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88" r:id="rId3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99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thesis starts from drug repurposing: finding new uses for drugs we already have. It has a real track record. Propranolol, a heart drug, was found by chance to shrink infant haemangiomas, and is now the first-line treatment. And in 2020, dexamethasone, a decades-old steroid, became the first drug shown to reduce deaths in severe COVID-19.</a:t>
            </a:r>
          </a:p>
          <a:p>
            <a:r>
              <a:t>It works because these drugs have already been through safety testing in humans, so a new use reaches patients faster and more cheaply than a new molecule. But many of these discoveries were luck. If a drug binds a receptor nobody tested it on, I would like to find that systematically.</a:t>
            </a:r>
          </a:p>
          <a:p/>
          <a:p>
            <a:r>
              <a:rPr b="1"/>
              <a:t>HOLD — only if asked:</a:t>
            </a:r>
          </a:p>
          <a:p>
            <a:r>
              <a:t>sources, if asked: propranolol, Léauté-Labrèze et al., NEJM 2008; dexamethasone, the RECOVERY trial, NEJM 2021; sildenafil, the classic case, went from angina to erectile dysfunction to pulmonary hypertension (Ghofrani et al., Nature Reviews Drug Discovery 2006). All three are in the thesis introduction. · Don't use thalidomide as an example: your revision notes flagged it as teratogenic, the wrong fit for a "safe drugs" argument.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1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repurposing: new uses for drugs we already have</a:t>
            </a:r>
            <a:endParaRPr lang="en-US" sz="2900" dirty="0"/>
          </a:p>
        </p:txBody>
      </p:sp>
      <p:sp>
        <p:nvSpPr>
          <p:cNvPr id="4" name="Footer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Molecular &amp; Medical Biotechnology · University of Verona</a:t>
            </a:r>
            <a:endParaRPr lang="en-US" sz="900" dirty="0"/>
          </a:p>
        </p:txBody>
      </p:sp>
      <p:sp>
        <p:nvSpPr>
          <p:cNvPr id="7" name="CardLeft"/>
          <p:cNvSpPr/>
          <p:nvPr/>
        </p:nvSpPr>
        <p:spPr>
          <a:xfrm>
            <a:off x="694944" y="1389888"/>
            <a:ext cx="5294376" cy="2395728"/>
          </a:xfrm>
          <a:prstGeom prst="roundRect">
            <a:avLst>
              <a:gd name="adj" fmla="val 4286"/>
            </a:avLst>
          </a:prstGeom>
          <a:solidFill>
            <a:srgbClr val="E9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CardRight"/>
          <p:cNvSpPr/>
          <p:nvPr/>
        </p:nvSpPr>
        <p:spPr>
          <a:xfrm>
            <a:off x="6202375" y="1389888"/>
            <a:ext cx="5294376" cy="2395728"/>
          </a:xfrm>
          <a:prstGeom prst="roundRect">
            <a:avLst>
              <a:gd name="adj" fmla="val 4286"/>
            </a:avLst>
          </a:prstGeom>
          <a:solidFill>
            <a:srgbClr val="F5E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HeadL"/>
          <p:cNvSpPr/>
          <p:nvPr/>
        </p:nvSpPr>
        <p:spPr>
          <a:xfrm>
            <a:off x="822960" y="1481328"/>
            <a:ext cx="5038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Propranolol  ·  now for infant haemangiomas</a:t>
            </a:r>
            <a:endParaRPr lang="en-US" sz="1500" dirty="0"/>
          </a:p>
        </p:txBody>
      </p:sp>
      <p:sp>
        <p:nvSpPr>
          <p:cNvPr id="9" name="BodyL"/>
          <p:cNvSpPr/>
          <p:nvPr/>
        </p:nvSpPr>
        <p:spPr>
          <a:xfrm>
            <a:off x="822960" y="1938528"/>
            <a:ext cx="503834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β-blocker for blood pressure and the heart. In 2008 it was found, by chance, to shrink infant haemangiomas. It is now the first-line treatment.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rcL"/>
          <p:cNvSpPr/>
          <p:nvPr/>
        </p:nvSpPr>
        <p:spPr>
          <a:xfrm>
            <a:off x="822960" y="3419856"/>
            <a:ext cx="5038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Léauté-Labrèze et al., NEJM 2008</a:t>
            </a:r>
            <a:endParaRPr lang="en-US" sz="900" dirty="0"/>
          </a:p>
        </p:txBody>
      </p:sp>
      <p:sp>
        <p:nvSpPr>
          <p:cNvPr id="8" name="HeadR"/>
          <p:cNvSpPr/>
          <p:nvPr/>
        </p:nvSpPr>
        <p:spPr>
          <a:xfrm>
            <a:off x="6330391" y="1481328"/>
            <a:ext cx="5038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Dexamethasone  ·  now for severe COVID-19</a:t>
            </a:r>
            <a:endParaRPr lang="en-US" sz="1500" dirty="0"/>
          </a:p>
        </p:txBody>
      </p:sp>
      <p:sp>
        <p:nvSpPr>
          <p:cNvPr id="9" name="BodyR"/>
          <p:cNvSpPr/>
          <p:nvPr/>
        </p:nvSpPr>
        <p:spPr>
          <a:xfrm>
            <a:off x="6330391" y="1938528"/>
            <a:ext cx="503834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steroid in use since the late 1950s. In 2020 the RECOVERY trial showed it reduces deaths in severe COVID-19: the first drug shown to do so.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rcR"/>
          <p:cNvSpPr/>
          <p:nvPr/>
        </p:nvSpPr>
        <p:spPr>
          <a:xfrm>
            <a:off x="6330391" y="3419856"/>
            <a:ext cx="5038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Collaborative Group, NEJM 2021</a:t>
            </a:r>
            <a:endParaRPr lang="en-US" sz="900" dirty="0"/>
          </a:p>
        </p:txBody>
      </p:sp>
      <p:sp>
        <p:nvSpPr>
          <p:cNvPr id="9" name="Takeaway"/>
          <p:cNvSpPr/>
          <p:nvPr/>
        </p:nvSpPr>
        <p:spPr>
          <a:xfrm>
            <a:off x="822960" y="4114800"/>
            <a:ext cx="1054577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 b="1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it works: </a:t>
            </a:r>
            <a:r>
              <a:rPr lang="en-US" sz="20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these drugs have already been tested for safety in humans, so a new use reaches patients faster and more cheaply than a new molecule.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 b="1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catch: </a:t>
            </a:r>
            <a:r>
              <a:rPr lang="en-US" sz="20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many of these finds were luck. This thesis is a step towards finding them systematically.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6240</Words>
  <Application>Microsoft Office PowerPoint</Application>
  <PresentationFormat>Custom</PresentationFormat>
  <Paragraphs>360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Dagmawi Tarekegn Fikadu</cp:lastModifiedBy>
  <cp:revision>27</cp:revision>
  <dcterms:created xsi:type="dcterms:W3CDTF">2026-09-09T08:16:46Z</dcterms:created>
  <dcterms:modified xsi:type="dcterms:W3CDTF">2026-10-13T01:30:01Z</dcterms:modified>
</cp:coreProperties>
</file>